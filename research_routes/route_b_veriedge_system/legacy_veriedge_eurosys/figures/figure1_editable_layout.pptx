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8872" y="292608"/>
            <a:ext cx="11932920" cy="1417320"/>
          </a:xfrm>
          <a:prstGeom prst="roundRect">
            <a:avLst>
              <a:gd name="adj" fmla="val 5161"/>
            </a:avLst>
          </a:prstGeom>
          <a:solidFill>
            <a:srgbClr val="FFF3ED">
              <a:alpha val="92000"/>
            </a:srgbClr>
          </a:solidFill>
          <a:ln w="15240">
            <a:solidFill>
              <a:srgbClr val="F05A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27432"/>
            <a:ext cx="118414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05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On-chain coordination substrate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18872" y="2331720"/>
            <a:ext cx="11932920" cy="2788920"/>
          </a:xfrm>
          <a:prstGeom prst="roundRect">
            <a:avLst>
              <a:gd name="adj" fmla="val 2623"/>
            </a:avLst>
          </a:prstGeom>
          <a:solidFill>
            <a:srgbClr val="F4F8FF">
              <a:alpha val="92000"/>
            </a:srgbClr>
          </a:solidFill>
          <a:ln w="15240">
            <a:solidFill>
              <a:srgbClr val="0B4DB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" y="2359152"/>
            <a:ext cx="118414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4D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Off-chain orchestration, delivery, and execution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18872" y="5504688"/>
            <a:ext cx="7680960" cy="1078992"/>
          </a:xfrm>
          <a:prstGeom prst="roundRect">
            <a:avLst>
              <a:gd name="adj" fmla="val 6780"/>
            </a:avLst>
          </a:prstGeom>
          <a:solidFill>
            <a:srgbClr val="F4FBF5">
              <a:alpha val="92000"/>
            </a:srgbClr>
          </a:solidFill>
          <a:ln w="15240">
            <a:solidFill>
              <a:srgbClr val="167A2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592" y="5266944"/>
            <a:ext cx="75895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7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 plane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69264" y="457200"/>
            <a:ext cx="2240280" cy="941832"/>
          </a:xfrm>
          <a:prstGeom prst="roundRect">
            <a:avLst>
              <a:gd name="adj" fmla="val 5825"/>
            </a:avLst>
          </a:prstGeom>
          <a:solidFill>
            <a:srgbClr val="FFFFFF"/>
          </a:solidFill>
          <a:ln w="13970">
            <a:solidFill>
              <a:srgbClr val="F05A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78992" y="711495"/>
            <a:ext cx="566928" cy="433243"/>
          </a:xfrm>
          <a:prstGeom prst="roundRect">
            <a:avLst>
              <a:gd name="adj" fmla="val 6332"/>
            </a:avLst>
          </a:prstGeom>
          <a:solidFill>
            <a:srgbClr val="FFFFFF">
              <a:alpha val="0"/>
            </a:srgbClr>
          </a:solidFill>
          <a:ln w="9525">
            <a:solidFill>
              <a:srgbClr val="C9D2E3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1700784" y="557784"/>
            <a:ext cx="141732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05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Registry &amp; escrow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89120" y="457200"/>
            <a:ext cx="1691640" cy="941832"/>
          </a:xfrm>
          <a:prstGeom prst="roundRect">
            <a:avLst>
              <a:gd name="adj" fmla="val 5825"/>
            </a:avLst>
          </a:prstGeom>
          <a:solidFill>
            <a:srgbClr val="FFFFFF"/>
          </a:solidFill>
          <a:ln w="13970">
            <a:solidFill>
              <a:srgbClr val="F05A2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98848" y="711495"/>
            <a:ext cx="566928" cy="433243"/>
          </a:xfrm>
          <a:prstGeom prst="roundRect">
            <a:avLst>
              <a:gd name="adj" fmla="val 6332"/>
            </a:avLst>
          </a:prstGeom>
          <a:solidFill>
            <a:srgbClr val="FFFFFF">
              <a:alpha val="0"/>
            </a:srgbClr>
          </a:solidFill>
          <a:ln w="9525">
            <a:solidFill>
              <a:srgbClr val="C9D2E3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5120640" y="557784"/>
            <a:ext cx="86868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5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Allocation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05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commitments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995160" y="457200"/>
            <a:ext cx="1783080" cy="941832"/>
          </a:xfrm>
          <a:prstGeom prst="roundRect">
            <a:avLst>
              <a:gd name="adj" fmla="val 5825"/>
            </a:avLst>
          </a:prstGeom>
          <a:solidFill>
            <a:srgbClr val="FFFFFF"/>
          </a:solidFill>
          <a:ln w="13970">
            <a:solidFill>
              <a:srgbClr val="F05A2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04888" y="711495"/>
            <a:ext cx="566928" cy="433243"/>
          </a:xfrm>
          <a:prstGeom prst="roundRect">
            <a:avLst>
              <a:gd name="adj" fmla="val 6332"/>
            </a:avLst>
          </a:prstGeom>
          <a:solidFill>
            <a:srgbClr val="FFFFFF">
              <a:alpha val="0"/>
            </a:srgbClr>
          </a:solidFill>
          <a:ln w="9525">
            <a:solidFill>
              <a:srgbClr val="C9D2E3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7726680" y="557784"/>
            <a:ext cx="96012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5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 / trace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05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commitments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966960" y="457200"/>
            <a:ext cx="1828800" cy="941832"/>
          </a:xfrm>
          <a:prstGeom prst="roundRect">
            <a:avLst>
              <a:gd name="adj" fmla="val 5825"/>
            </a:avLst>
          </a:prstGeom>
          <a:solidFill>
            <a:srgbClr val="FFFFFF"/>
          </a:solidFill>
          <a:ln w="13970">
            <a:solidFill>
              <a:srgbClr val="F05A2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076688" y="711495"/>
            <a:ext cx="566928" cy="433243"/>
          </a:xfrm>
          <a:prstGeom prst="roundRect">
            <a:avLst>
              <a:gd name="adj" fmla="val 6332"/>
            </a:avLst>
          </a:prstGeom>
          <a:solidFill>
            <a:srgbClr val="FFFFFF">
              <a:alpha val="0"/>
            </a:srgbClr>
          </a:solidFill>
          <a:ln w="9525">
            <a:solidFill>
              <a:srgbClr val="C9D2E3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10698480" y="557784"/>
            <a:ext cx="100584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5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Settlement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05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slashing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2743200"/>
            <a:ext cx="1627632" cy="1536192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3970">
            <a:solidFill>
              <a:srgbClr val="0B4DB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29768" y="3291840"/>
            <a:ext cx="566928" cy="438912"/>
          </a:xfrm>
          <a:prstGeom prst="roundRect">
            <a:avLst>
              <a:gd name="adj" fmla="val 6250"/>
            </a:avLst>
          </a:prstGeom>
          <a:solidFill>
            <a:srgbClr val="FFFFFF">
              <a:alpha val="0"/>
            </a:srgbClr>
          </a:solidFill>
          <a:ln w="9525">
            <a:solidFill>
              <a:srgbClr val="C9D2E3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1051560" y="2843784"/>
            <a:ext cx="804672" cy="69128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4D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Requester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51560" y="3557382"/>
            <a:ext cx="804672" cy="522305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metadata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/ payload owner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4160520" y="2670048"/>
            <a:ext cx="19202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3970">
            <a:solidFill>
              <a:srgbClr val="0B4DB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270248" y="2847807"/>
            <a:ext cx="566928" cy="302849"/>
          </a:xfrm>
          <a:prstGeom prst="roundRect">
            <a:avLst>
              <a:gd name="adj" fmla="val 9058"/>
            </a:avLst>
          </a:prstGeom>
          <a:solidFill>
            <a:srgbClr val="FFFFFF">
              <a:alpha val="0"/>
            </a:srgbClr>
          </a:solidFill>
          <a:ln w="9525">
            <a:solidFill>
              <a:srgbClr val="C9D2E3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4892040" y="2770632"/>
            <a:ext cx="1097280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4D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IPFS / ciphertext store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160520" y="3547872"/>
            <a:ext cx="1920240" cy="1115568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13970">
            <a:solidFill>
              <a:srgbClr val="0B4DB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270248" y="3886200"/>
            <a:ext cx="566928" cy="438912"/>
          </a:xfrm>
          <a:prstGeom prst="roundRect">
            <a:avLst>
              <a:gd name="adj" fmla="val 6250"/>
            </a:avLst>
          </a:prstGeom>
          <a:solidFill>
            <a:srgbClr val="FFFFFF">
              <a:alpha val="0"/>
            </a:srgbClr>
          </a:solidFill>
          <a:ln w="9525">
            <a:solidFill>
              <a:srgbClr val="C9D2E3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4892040" y="3648456"/>
            <a:ext cx="1097280" cy="9509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4D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Verification-aware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B4D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orchestrator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446520" y="3913632"/>
            <a:ext cx="173736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3970">
            <a:solidFill>
              <a:srgbClr val="0B4DB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556248" y="4116080"/>
            <a:ext cx="566928" cy="344912"/>
          </a:xfrm>
          <a:prstGeom prst="roundRect">
            <a:avLst>
              <a:gd name="adj" fmla="val 7953"/>
            </a:avLst>
          </a:prstGeom>
          <a:solidFill>
            <a:srgbClr val="FFFFFF">
              <a:alpha val="0"/>
            </a:srgbClr>
          </a:solidFill>
          <a:ln w="9525">
            <a:solidFill>
              <a:srgbClr val="C9D2E3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7178040" y="4014216"/>
            <a:ext cx="914400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4D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Targeted key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B4D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9372600" y="2615184"/>
            <a:ext cx="246888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3970">
            <a:solidFill>
              <a:srgbClr val="0B4DB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582912" y="2761488"/>
            <a:ext cx="205740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4D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Selected provider group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9710928" y="3090672"/>
            <a:ext cx="17830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collaborative inference</a:t>
            </a:r>
            <a:endParaRPr lang="en-US" sz="780" dirty="0"/>
          </a:p>
        </p:txBody>
      </p:sp>
      <p:sp>
        <p:nvSpPr>
          <p:cNvPr id="36" name="Shape 34"/>
          <p:cNvSpPr/>
          <p:nvPr/>
        </p:nvSpPr>
        <p:spPr>
          <a:xfrm>
            <a:off x="9747504" y="3328416"/>
            <a:ext cx="347472" cy="237744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1430">
            <a:solidFill>
              <a:srgbClr val="0B4DB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765792" y="3355848"/>
            <a:ext cx="310896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B4D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10094976" y="3447288"/>
            <a:ext cx="219456" cy="0"/>
          </a:xfrm>
          <a:prstGeom prst="line">
            <a:avLst/>
          </a:prstGeom>
          <a:noFill/>
          <a:ln w="10795">
            <a:solidFill>
              <a:srgbClr val="111111"/>
            </a:solidFill>
            <a:prstDash val="solid"/>
            <a:headEnd type="none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10314432" y="3328416"/>
            <a:ext cx="347472" cy="237744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1430">
            <a:solidFill>
              <a:srgbClr val="0B4DB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332720" y="3355848"/>
            <a:ext cx="310896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B4D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10661904" y="3447288"/>
            <a:ext cx="219456" cy="0"/>
          </a:xfrm>
          <a:prstGeom prst="line">
            <a:avLst/>
          </a:prstGeom>
          <a:noFill/>
          <a:ln w="10795">
            <a:solidFill>
              <a:srgbClr val="111111"/>
            </a:solidFill>
            <a:prstDash val="solid"/>
            <a:headEnd type="none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10881360" y="3328416"/>
            <a:ext cx="347472" cy="237744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1430">
            <a:solidFill>
              <a:srgbClr val="0B4DB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899648" y="3355848"/>
            <a:ext cx="310896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B4D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9710928" y="3675888"/>
            <a:ext cx="17830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shard plan &amp; execution trace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9656064" y="3913632"/>
            <a:ext cx="1691640" cy="384048"/>
          </a:xfrm>
          <a:prstGeom prst="roundRect">
            <a:avLst>
              <a:gd name="adj" fmla="val 7143"/>
            </a:avLst>
          </a:prstGeom>
          <a:solidFill>
            <a:srgbClr val="FFFFFF">
              <a:alpha val="0"/>
            </a:srgbClr>
          </a:solidFill>
          <a:ln w="9525">
            <a:solidFill>
              <a:srgbClr val="C9D2E3"/>
            </a:solidFill>
            <a:prstDash val="dash"/>
          </a:ln>
        </p:spPr>
      </p:sp>
      <p:sp>
        <p:nvSpPr>
          <p:cNvPr id="46" name="Shape 44"/>
          <p:cNvSpPr/>
          <p:nvPr/>
        </p:nvSpPr>
        <p:spPr>
          <a:xfrm>
            <a:off x="1417320" y="5742432"/>
            <a:ext cx="17830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3970">
            <a:solidFill>
              <a:srgbClr val="167A2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527048" y="5895503"/>
            <a:ext cx="566928" cy="260787"/>
          </a:xfrm>
          <a:prstGeom prst="roundRect">
            <a:avLst>
              <a:gd name="adj" fmla="val 10519"/>
            </a:avLst>
          </a:prstGeom>
          <a:solidFill>
            <a:srgbClr val="FFFFFF">
              <a:alpha val="0"/>
            </a:srgbClr>
          </a:solidFill>
          <a:ln w="9525">
            <a:solidFill>
              <a:srgbClr val="C9D2E3"/>
            </a:solidFill>
            <a:prstDash val="dash"/>
          </a:ln>
        </p:spPr>
      </p:sp>
      <p:sp>
        <p:nvSpPr>
          <p:cNvPr id="48" name="Text 46"/>
          <p:cNvSpPr/>
          <p:nvPr/>
        </p:nvSpPr>
        <p:spPr>
          <a:xfrm>
            <a:off x="2148840" y="5843016"/>
            <a:ext cx="96012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7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Routine screening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5138928" y="5742432"/>
            <a:ext cx="196596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3970">
            <a:solidFill>
              <a:srgbClr val="167A2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248656" y="5895503"/>
            <a:ext cx="566928" cy="260787"/>
          </a:xfrm>
          <a:prstGeom prst="roundRect">
            <a:avLst>
              <a:gd name="adj" fmla="val 10519"/>
            </a:avLst>
          </a:prstGeom>
          <a:solidFill>
            <a:srgbClr val="FFFFFF">
              <a:alpha val="0"/>
            </a:srgbClr>
          </a:solidFill>
          <a:ln w="9525">
            <a:solidFill>
              <a:srgbClr val="C9D2E3"/>
            </a:solidFill>
            <a:prstDash val="dash"/>
          </a:ln>
        </p:spPr>
      </p:sp>
      <p:sp>
        <p:nvSpPr>
          <p:cNvPr id="51" name="Text 49"/>
          <p:cNvSpPr/>
          <p:nvPr/>
        </p:nvSpPr>
        <p:spPr>
          <a:xfrm>
            <a:off x="5870448" y="5843016"/>
            <a:ext cx="114300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67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TSTC dispute</a:t>
            </a:r>
            <a:endParaRPr lang="en-US" sz="820" dirty="0"/>
          </a:p>
          <a:p>
            <a:pPr algn="ctr" indent="0" marL="0">
              <a:buNone/>
            </a:pPr>
            <a:r>
              <a:rPr lang="en-US" sz="820" b="1" dirty="0">
                <a:solidFill>
                  <a:srgbClr val="167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verifier</a:t>
            </a:r>
            <a:endParaRPr lang="en-US" sz="820" dirty="0"/>
          </a:p>
        </p:txBody>
      </p:sp>
      <p:sp>
        <p:nvSpPr>
          <p:cNvPr id="52" name="Shape 50"/>
          <p:cNvSpPr/>
          <p:nvPr/>
        </p:nvSpPr>
        <p:spPr>
          <a:xfrm>
            <a:off x="3209544" y="932688"/>
            <a:ext cx="1179576" cy="0"/>
          </a:xfrm>
          <a:prstGeom prst="line">
            <a:avLst/>
          </a:prstGeom>
          <a:noFill/>
          <a:ln w="17145">
            <a:solidFill>
              <a:srgbClr val="111111"/>
            </a:solidFill>
            <a:prstDash val="solid"/>
            <a:headEnd type="none"/>
            <a:tailEnd type="triangle"/>
          </a:ln>
        </p:spPr>
      </p:sp>
      <p:sp>
        <p:nvSpPr>
          <p:cNvPr id="53" name="Shape 51"/>
          <p:cNvSpPr/>
          <p:nvPr/>
        </p:nvSpPr>
        <p:spPr>
          <a:xfrm>
            <a:off x="6080760" y="932688"/>
            <a:ext cx="914400" cy="0"/>
          </a:xfrm>
          <a:prstGeom prst="line">
            <a:avLst/>
          </a:prstGeom>
          <a:noFill/>
          <a:ln w="17145">
            <a:solidFill>
              <a:srgbClr val="111111"/>
            </a:solidFill>
            <a:prstDash val="solid"/>
            <a:headEnd type="none"/>
            <a:tailEnd type="triangle"/>
          </a:ln>
        </p:spPr>
      </p:sp>
      <p:sp>
        <p:nvSpPr>
          <p:cNvPr id="54" name="Shape 52"/>
          <p:cNvSpPr/>
          <p:nvPr/>
        </p:nvSpPr>
        <p:spPr>
          <a:xfrm>
            <a:off x="8778240" y="932688"/>
            <a:ext cx="1188720" cy="0"/>
          </a:xfrm>
          <a:prstGeom prst="line">
            <a:avLst/>
          </a:prstGeom>
          <a:noFill/>
          <a:ln w="17145">
            <a:solidFill>
              <a:srgbClr val="111111"/>
            </a:solidFill>
            <a:prstDash val="solid"/>
            <a:headEnd type="none"/>
            <a:tailEnd type="triangle"/>
          </a:ln>
        </p:spPr>
      </p:sp>
      <p:sp>
        <p:nvSpPr>
          <p:cNvPr id="55" name="Shape 53"/>
          <p:cNvSpPr/>
          <p:nvPr/>
        </p:nvSpPr>
        <p:spPr>
          <a:xfrm>
            <a:off x="868680" y="1783080"/>
            <a:ext cx="0" cy="548640"/>
          </a:xfrm>
          <a:prstGeom prst="line">
            <a:avLst/>
          </a:prstGeom>
          <a:noFill/>
          <a:ln w="17145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56" name="Shape 54"/>
          <p:cNvSpPr/>
          <p:nvPr/>
        </p:nvSpPr>
        <p:spPr>
          <a:xfrm>
            <a:off x="868680" y="1783080"/>
            <a:ext cx="521208" cy="0"/>
          </a:xfrm>
          <a:prstGeom prst="line">
            <a:avLst/>
          </a:prstGeom>
          <a:noFill/>
          <a:ln w="17145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57" name="Shape 55"/>
          <p:cNvSpPr/>
          <p:nvPr/>
        </p:nvSpPr>
        <p:spPr>
          <a:xfrm>
            <a:off x="1389888" y="1399032"/>
            <a:ext cx="0" cy="384048"/>
          </a:xfrm>
          <a:prstGeom prst="line">
            <a:avLst/>
          </a:prstGeom>
          <a:noFill/>
          <a:ln w="17145">
            <a:solidFill>
              <a:srgbClr val="111111"/>
            </a:solidFill>
            <a:prstDash val="solid"/>
            <a:headEnd type="triangle"/>
            <a:tailEnd type="none"/>
          </a:ln>
        </p:spPr>
      </p:sp>
      <p:sp>
        <p:nvSpPr>
          <p:cNvPr id="58" name="Text 56"/>
          <p:cNvSpPr/>
          <p:nvPr/>
        </p:nvSpPr>
        <p:spPr>
          <a:xfrm>
            <a:off x="228600" y="1810512"/>
            <a:ext cx="9144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metadata</a:t>
            </a:r>
            <a:endParaRPr lang="en-US" sz="820" dirty="0"/>
          </a:p>
          <a:p>
            <a:pPr algn="ctr" indent="0" marL="0">
              <a:buNone/>
            </a:pPr>
            <a:r>
              <a:rPr lang="en-US" sz="8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escrow</a:t>
            </a:r>
            <a:endParaRPr lang="en-US" sz="820" dirty="0"/>
          </a:p>
        </p:txBody>
      </p:sp>
      <p:sp>
        <p:nvSpPr>
          <p:cNvPr id="59" name="Shape 57"/>
          <p:cNvSpPr/>
          <p:nvPr/>
        </p:nvSpPr>
        <p:spPr>
          <a:xfrm>
            <a:off x="3566160" y="1783080"/>
            <a:ext cx="0" cy="548640"/>
          </a:xfrm>
          <a:prstGeom prst="line">
            <a:avLst/>
          </a:prstGeom>
          <a:noFill/>
          <a:ln w="17145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60" name="Shape 58"/>
          <p:cNvSpPr/>
          <p:nvPr/>
        </p:nvSpPr>
        <p:spPr>
          <a:xfrm>
            <a:off x="2423160" y="1783080"/>
            <a:ext cx="1143000" cy="0"/>
          </a:xfrm>
          <a:prstGeom prst="line">
            <a:avLst/>
          </a:prstGeom>
          <a:noFill/>
          <a:ln w="17145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61" name="Shape 59"/>
          <p:cNvSpPr/>
          <p:nvPr/>
        </p:nvSpPr>
        <p:spPr>
          <a:xfrm>
            <a:off x="2423160" y="1399032"/>
            <a:ext cx="0" cy="384048"/>
          </a:xfrm>
          <a:prstGeom prst="line">
            <a:avLst/>
          </a:prstGeom>
          <a:noFill/>
          <a:ln w="17145">
            <a:solidFill>
              <a:srgbClr val="111111"/>
            </a:solidFill>
            <a:prstDash val="solid"/>
            <a:headEnd type="triangle"/>
            <a:tailEnd type="none"/>
          </a:ln>
        </p:spPr>
      </p:sp>
      <p:sp>
        <p:nvSpPr>
          <p:cNvPr id="62" name="Text 60"/>
          <p:cNvSpPr/>
          <p:nvPr/>
        </p:nvSpPr>
        <p:spPr>
          <a:xfrm>
            <a:off x="2907792" y="1810512"/>
            <a:ext cx="9144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ad</a:t>
            </a:r>
            <a:endParaRPr lang="en-US" sz="820" dirty="0"/>
          </a:p>
          <a:p>
            <a:pPr algn="ctr" indent="0" marL="0">
              <a:buNone/>
            </a:pPr>
            <a:r>
              <a:rPr lang="en-US" sz="8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stake</a:t>
            </a:r>
            <a:endParaRPr lang="en-US" sz="820" dirty="0"/>
          </a:p>
        </p:txBody>
      </p:sp>
      <p:sp>
        <p:nvSpPr>
          <p:cNvPr id="63" name="Shape 61"/>
          <p:cNvSpPr/>
          <p:nvPr/>
        </p:nvSpPr>
        <p:spPr>
          <a:xfrm>
            <a:off x="5120640" y="3547872"/>
            <a:ext cx="1188720" cy="0"/>
          </a:xfrm>
          <a:prstGeom prst="line">
            <a:avLst/>
          </a:prstGeom>
          <a:noFill/>
          <a:ln w="17145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64" name="Shape 62"/>
          <p:cNvSpPr/>
          <p:nvPr/>
        </p:nvSpPr>
        <p:spPr>
          <a:xfrm>
            <a:off x="6309360" y="1828800"/>
            <a:ext cx="0" cy="1719072"/>
          </a:xfrm>
          <a:prstGeom prst="line">
            <a:avLst/>
          </a:prstGeom>
          <a:noFill/>
          <a:ln w="17145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65" name="Shape 63"/>
          <p:cNvSpPr/>
          <p:nvPr/>
        </p:nvSpPr>
        <p:spPr>
          <a:xfrm>
            <a:off x="5230368" y="1828800"/>
            <a:ext cx="1078992" cy="0"/>
          </a:xfrm>
          <a:prstGeom prst="line">
            <a:avLst/>
          </a:prstGeom>
          <a:noFill/>
          <a:ln w="17145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66" name="Shape 64"/>
          <p:cNvSpPr/>
          <p:nvPr/>
        </p:nvSpPr>
        <p:spPr>
          <a:xfrm>
            <a:off x="5230368" y="1399032"/>
            <a:ext cx="0" cy="429768"/>
          </a:xfrm>
          <a:prstGeom prst="line">
            <a:avLst/>
          </a:prstGeom>
          <a:noFill/>
          <a:ln w="17145">
            <a:solidFill>
              <a:srgbClr val="111111"/>
            </a:solidFill>
            <a:prstDash val="solid"/>
            <a:headEnd type="triangle"/>
            <a:tailEnd type="none"/>
          </a:ln>
        </p:spPr>
      </p:sp>
      <p:sp>
        <p:nvSpPr>
          <p:cNvPr id="67" name="Shape 65"/>
          <p:cNvSpPr/>
          <p:nvPr/>
        </p:nvSpPr>
        <p:spPr>
          <a:xfrm>
            <a:off x="10607040" y="1828800"/>
            <a:ext cx="0" cy="786384"/>
          </a:xfrm>
          <a:prstGeom prst="line">
            <a:avLst/>
          </a:prstGeom>
          <a:noFill/>
          <a:ln w="17145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68" name="Shape 66"/>
          <p:cNvSpPr/>
          <p:nvPr/>
        </p:nvSpPr>
        <p:spPr>
          <a:xfrm>
            <a:off x="8001000" y="1828800"/>
            <a:ext cx="2606040" cy="0"/>
          </a:xfrm>
          <a:prstGeom prst="line">
            <a:avLst/>
          </a:prstGeom>
          <a:noFill/>
          <a:ln w="17145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69" name="Shape 67"/>
          <p:cNvSpPr/>
          <p:nvPr/>
        </p:nvSpPr>
        <p:spPr>
          <a:xfrm>
            <a:off x="8001000" y="1399032"/>
            <a:ext cx="0" cy="429768"/>
          </a:xfrm>
          <a:prstGeom prst="line">
            <a:avLst/>
          </a:prstGeom>
          <a:noFill/>
          <a:ln w="17145">
            <a:solidFill>
              <a:srgbClr val="111111"/>
            </a:solidFill>
            <a:prstDash val="solid"/>
            <a:headEnd type="triangle"/>
            <a:tailEnd type="none"/>
          </a:ln>
        </p:spPr>
      </p:sp>
      <p:sp>
        <p:nvSpPr>
          <p:cNvPr id="70" name="Text 68"/>
          <p:cNvSpPr/>
          <p:nvPr/>
        </p:nvSpPr>
        <p:spPr>
          <a:xfrm>
            <a:off x="8138160" y="1865376"/>
            <a:ext cx="132588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 / execution-trace</a:t>
            </a:r>
            <a:endParaRPr lang="en-US" sz="740" dirty="0"/>
          </a:p>
          <a:p>
            <a:pPr algn="l" indent="0" marL="0">
              <a:buNone/>
            </a:pPr>
            <a:r>
              <a:rPr lang="en-US" sz="74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commitments</a:t>
            </a:r>
            <a:endParaRPr lang="en-US" sz="740" dirty="0"/>
          </a:p>
        </p:txBody>
      </p:sp>
      <p:sp>
        <p:nvSpPr>
          <p:cNvPr id="71" name="Shape 69"/>
          <p:cNvSpPr/>
          <p:nvPr/>
        </p:nvSpPr>
        <p:spPr>
          <a:xfrm>
            <a:off x="1947672" y="4114800"/>
            <a:ext cx="2212848" cy="0"/>
          </a:xfrm>
          <a:prstGeom prst="line">
            <a:avLst/>
          </a:prstGeom>
          <a:noFill/>
          <a:ln w="17145">
            <a:solidFill>
              <a:srgbClr val="111111"/>
            </a:solidFill>
            <a:prstDash val="solid"/>
            <a:headEnd type="triangle"/>
            <a:tailEnd type="none"/>
          </a:ln>
        </p:spPr>
      </p:sp>
      <p:sp>
        <p:nvSpPr>
          <p:cNvPr id="72" name="Text 70"/>
          <p:cNvSpPr/>
          <p:nvPr/>
        </p:nvSpPr>
        <p:spPr>
          <a:xfrm>
            <a:off x="2240280" y="3913632"/>
            <a:ext cx="137160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group G_j</a:t>
            </a:r>
            <a:endParaRPr lang="en-US" sz="820" dirty="0"/>
          </a:p>
        </p:txBody>
      </p:sp>
      <p:sp>
        <p:nvSpPr>
          <p:cNvPr id="73" name="Shape 71"/>
          <p:cNvSpPr/>
          <p:nvPr/>
        </p:nvSpPr>
        <p:spPr>
          <a:xfrm>
            <a:off x="6080760" y="3886200"/>
            <a:ext cx="3291840" cy="0"/>
          </a:xfrm>
          <a:prstGeom prst="line">
            <a:avLst/>
          </a:prstGeom>
          <a:noFill/>
          <a:ln w="17145">
            <a:solidFill>
              <a:srgbClr val="111111"/>
            </a:solidFill>
            <a:prstDash val="solid"/>
            <a:headEnd type="none"/>
            <a:tailEnd type="triangle"/>
          </a:ln>
        </p:spPr>
      </p:sp>
      <p:sp>
        <p:nvSpPr>
          <p:cNvPr id="74" name="Text 72"/>
          <p:cNvSpPr/>
          <p:nvPr/>
        </p:nvSpPr>
        <p:spPr>
          <a:xfrm>
            <a:off x="7178040" y="3685032"/>
            <a:ext cx="9144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shard plan</a:t>
            </a:r>
            <a:endParaRPr lang="en-US" sz="820" dirty="0"/>
          </a:p>
        </p:txBody>
      </p:sp>
      <p:sp>
        <p:nvSpPr>
          <p:cNvPr id="75" name="Shape 73"/>
          <p:cNvSpPr/>
          <p:nvPr/>
        </p:nvSpPr>
        <p:spPr>
          <a:xfrm>
            <a:off x="1947672" y="3035808"/>
            <a:ext cx="2212848" cy="0"/>
          </a:xfrm>
          <a:prstGeom prst="line">
            <a:avLst/>
          </a:prstGeom>
          <a:noFill/>
          <a:ln w="17145">
            <a:solidFill>
              <a:srgbClr val="0B4DBB"/>
            </a:solidFill>
            <a:prstDash val="solid"/>
            <a:headEnd type="none"/>
            <a:tailEnd type="triangle"/>
          </a:ln>
        </p:spPr>
      </p:sp>
      <p:sp>
        <p:nvSpPr>
          <p:cNvPr id="76" name="Text 74"/>
          <p:cNvSpPr/>
          <p:nvPr/>
        </p:nvSpPr>
        <p:spPr>
          <a:xfrm>
            <a:off x="2542032" y="2852928"/>
            <a:ext cx="114300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B4D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ciphertext C_j</a:t>
            </a:r>
            <a:endParaRPr lang="en-US" sz="820" dirty="0"/>
          </a:p>
        </p:txBody>
      </p:sp>
      <p:sp>
        <p:nvSpPr>
          <p:cNvPr id="77" name="Shape 75"/>
          <p:cNvSpPr/>
          <p:nvPr/>
        </p:nvSpPr>
        <p:spPr>
          <a:xfrm>
            <a:off x="6080760" y="3035808"/>
            <a:ext cx="3291840" cy="0"/>
          </a:xfrm>
          <a:prstGeom prst="line">
            <a:avLst/>
          </a:prstGeom>
          <a:noFill/>
          <a:ln w="17145">
            <a:solidFill>
              <a:srgbClr val="0B4DBB"/>
            </a:solidFill>
            <a:prstDash val="solid"/>
            <a:headEnd type="none"/>
            <a:tailEnd type="triangle"/>
          </a:ln>
        </p:spPr>
      </p:sp>
      <p:sp>
        <p:nvSpPr>
          <p:cNvPr id="78" name="Text 76"/>
          <p:cNvSpPr/>
          <p:nvPr/>
        </p:nvSpPr>
        <p:spPr>
          <a:xfrm>
            <a:off x="7406640" y="2852928"/>
            <a:ext cx="91440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B4D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 C_j</a:t>
            </a:r>
            <a:endParaRPr lang="en-US" sz="820" dirty="0"/>
          </a:p>
        </p:txBody>
      </p:sp>
      <p:sp>
        <p:nvSpPr>
          <p:cNvPr id="79" name="Shape 77"/>
          <p:cNvSpPr/>
          <p:nvPr/>
        </p:nvSpPr>
        <p:spPr>
          <a:xfrm>
            <a:off x="1947672" y="4535424"/>
            <a:ext cx="0" cy="292608"/>
          </a:xfrm>
          <a:prstGeom prst="line">
            <a:avLst/>
          </a:prstGeom>
          <a:noFill/>
          <a:ln w="17145">
            <a:solidFill>
              <a:srgbClr val="0B4DBB"/>
            </a:solidFill>
            <a:prstDash val="solid"/>
            <a:headEnd type="none"/>
            <a:tailEnd type="none"/>
          </a:ln>
        </p:spPr>
      </p:sp>
      <p:sp>
        <p:nvSpPr>
          <p:cNvPr id="80" name="Shape 78"/>
          <p:cNvSpPr/>
          <p:nvPr/>
        </p:nvSpPr>
        <p:spPr>
          <a:xfrm>
            <a:off x="1947672" y="4828032"/>
            <a:ext cx="4361688" cy="0"/>
          </a:xfrm>
          <a:prstGeom prst="line">
            <a:avLst/>
          </a:prstGeom>
          <a:noFill/>
          <a:ln w="17145">
            <a:solidFill>
              <a:srgbClr val="0B4DBB"/>
            </a:solidFill>
            <a:prstDash val="solid"/>
            <a:headEnd type="none"/>
            <a:tailEnd type="none"/>
          </a:ln>
        </p:spPr>
      </p:sp>
      <p:sp>
        <p:nvSpPr>
          <p:cNvPr id="81" name="Shape 79"/>
          <p:cNvSpPr/>
          <p:nvPr/>
        </p:nvSpPr>
        <p:spPr>
          <a:xfrm>
            <a:off x="6309360" y="4297680"/>
            <a:ext cx="0" cy="530352"/>
          </a:xfrm>
          <a:prstGeom prst="line">
            <a:avLst/>
          </a:prstGeom>
          <a:noFill/>
          <a:ln w="17145">
            <a:solidFill>
              <a:srgbClr val="0B4DBB"/>
            </a:solidFill>
            <a:prstDash val="solid"/>
            <a:headEnd type="none"/>
            <a:tailEnd type="none"/>
          </a:ln>
        </p:spPr>
      </p:sp>
      <p:sp>
        <p:nvSpPr>
          <p:cNvPr id="82" name="Shape 80"/>
          <p:cNvSpPr/>
          <p:nvPr/>
        </p:nvSpPr>
        <p:spPr>
          <a:xfrm>
            <a:off x="6309360" y="4297680"/>
            <a:ext cx="137160" cy="0"/>
          </a:xfrm>
          <a:prstGeom prst="line">
            <a:avLst/>
          </a:prstGeom>
          <a:noFill/>
          <a:ln w="17145">
            <a:solidFill>
              <a:srgbClr val="0B4DBB"/>
            </a:solidFill>
            <a:prstDash val="solid"/>
            <a:headEnd type="none"/>
            <a:tailEnd type="triangle"/>
          </a:ln>
        </p:spPr>
      </p:sp>
      <p:sp>
        <p:nvSpPr>
          <p:cNvPr id="83" name="Text 81"/>
          <p:cNvSpPr/>
          <p:nvPr/>
        </p:nvSpPr>
        <p:spPr>
          <a:xfrm>
            <a:off x="2377440" y="4645152"/>
            <a:ext cx="150876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B4D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tuple (ℓ_j, k_j)</a:t>
            </a:r>
            <a:endParaRPr lang="en-US" sz="820" dirty="0"/>
          </a:p>
        </p:txBody>
      </p:sp>
      <p:sp>
        <p:nvSpPr>
          <p:cNvPr id="84" name="Shape 82"/>
          <p:cNvSpPr/>
          <p:nvPr/>
        </p:nvSpPr>
        <p:spPr>
          <a:xfrm>
            <a:off x="8183880" y="4297680"/>
            <a:ext cx="1188720" cy="0"/>
          </a:xfrm>
          <a:prstGeom prst="line">
            <a:avLst/>
          </a:prstGeom>
          <a:noFill/>
          <a:ln w="17145">
            <a:solidFill>
              <a:srgbClr val="0B4DBB"/>
            </a:solidFill>
            <a:prstDash val="solid"/>
            <a:headEnd type="none"/>
            <a:tailEnd type="triangle"/>
          </a:ln>
        </p:spPr>
      </p:sp>
      <p:sp>
        <p:nvSpPr>
          <p:cNvPr id="85" name="Text 83"/>
          <p:cNvSpPr/>
          <p:nvPr/>
        </p:nvSpPr>
        <p:spPr>
          <a:xfrm>
            <a:off x="8302752" y="4114800"/>
            <a:ext cx="9601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B4D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package e_{i,j}</a:t>
            </a:r>
            <a:endParaRPr lang="en-US" sz="820" dirty="0"/>
          </a:p>
        </p:txBody>
      </p:sp>
      <p:sp>
        <p:nvSpPr>
          <p:cNvPr id="86" name="Shape 84"/>
          <p:cNvSpPr/>
          <p:nvPr/>
        </p:nvSpPr>
        <p:spPr>
          <a:xfrm>
            <a:off x="868680" y="4279392"/>
            <a:ext cx="0" cy="886968"/>
          </a:xfrm>
          <a:prstGeom prst="line">
            <a:avLst/>
          </a:prstGeom>
          <a:noFill/>
          <a:ln w="17145">
            <a:solidFill>
              <a:srgbClr val="167A2F"/>
            </a:solidFill>
            <a:prstDash val="solid"/>
            <a:headEnd type="none"/>
            <a:tailEnd type="none"/>
          </a:ln>
        </p:spPr>
      </p:sp>
      <p:sp>
        <p:nvSpPr>
          <p:cNvPr id="87" name="Shape 85"/>
          <p:cNvSpPr/>
          <p:nvPr/>
        </p:nvSpPr>
        <p:spPr>
          <a:xfrm>
            <a:off x="868680" y="5166360"/>
            <a:ext cx="1097280" cy="0"/>
          </a:xfrm>
          <a:prstGeom prst="line">
            <a:avLst/>
          </a:prstGeom>
          <a:noFill/>
          <a:ln w="17145">
            <a:solidFill>
              <a:srgbClr val="167A2F"/>
            </a:solidFill>
            <a:prstDash val="solid"/>
            <a:headEnd type="none"/>
            <a:tailEnd type="none"/>
          </a:ln>
        </p:spPr>
      </p:sp>
      <p:sp>
        <p:nvSpPr>
          <p:cNvPr id="88" name="Shape 86"/>
          <p:cNvSpPr/>
          <p:nvPr/>
        </p:nvSpPr>
        <p:spPr>
          <a:xfrm>
            <a:off x="1965960" y="5166360"/>
            <a:ext cx="0" cy="576072"/>
          </a:xfrm>
          <a:prstGeom prst="line">
            <a:avLst/>
          </a:prstGeom>
          <a:noFill/>
          <a:ln w="17145">
            <a:solidFill>
              <a:srgbClr val="167A2F"/>
            </a:solidFill>
            <a:prstDash val="solid"/>
            <a:headEnd type="none"/>
            <a:tailEnd type="triangle"/>
          </a:ln>
        </p:spPr>
      </p:sp>
      <p:sp>
        <p:nvSpPr>
          <p:cNvPr id="89" name="Text 87"/>
          <p:cNvSpPr/>
          <p:nvPr/>
        </p:nvSpPr>
        <p:spPr>
          <a:xfrm>
            <a:off x="1005840" y="5230368"/>
            <a:ext cx="91440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167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/ trigger</a:t>
            </a:r>
            <a:endParaRPr lang="en-US" sz="820" dirty="0"/>
          </a:p>
        </p:txBody>
      </p:sp>
      <p:sp>
        <p:nvSpPr>
          <p:cNvPr id="90" name="Shape 88"/>
          <p:cNvSpPr/>
          <p:nvPr/>
        </p:nvSpPr>
        <p:spPr>
          <a:xfrm>
            <a:off x="3200400" y="6025896"/>
            <a:ext cx="1938528" cy="0"/>
          </a:xfrm>
          <a:prstGeom prst="line">
            <a:avLst/>
          </a:prstGeom>
          <a:noFill/>
          <a:ln w="17145">
            <a:solidFill>
              <a:srgbClr val="167A2F"/>
            </a:solidFill>
            <a:prstDash val="solid"/>
            <a:headEnd type="none"/>
            <a:tailEnd type="triangle"/>
          </a:ln>
        </p:spPr>
      </p:sp>
      <p:sp>
        <p:nvSpPr>
          <p:cNvPr id="91" name="Text 89"/>
          <p:cNvSpPr/>
          <p:nvPr/>
        </p:nvSpPr>
        <p:spPr>
          <a:xfrm>
            <a:off x="3794760" y="5833872"/>
            <a:ext cx="73152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167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escalation</a:t>
            </a:r>
            <a:endParaRPr lang="en-US" sz="820" dirty="0"/>
          </a:p>
        </p:txBody>
      </p:sp>
      <p:sp>
        <p:nvSpPr>
          <p:cNvPr id="92" name="Shape 90"/>
          <p:cNvSpPr/>
          <p:nvPr/>
        </p:nvSpPr>
        <p:spPr>
          <a:xfrm>
            <a:off x="10607040" y="4489704"/>
            <a:ext cx="0" cy="411480"/>
          </a:xfrm>
          <a:prstGeom prst="line">
            <a:avLst/>
          </a:prstGeom>
          <a:noFill/>
          <a:ln w="17145">
            <a:solidFill>
              <a:srgbClr val="167A2F"/>
            </a:solidFill>
            <a:prstDash val="solid"/>
            <a:headEnd type="none"/>
            <a:tailEnd type="none"/>
          </a:ln>
        </p:spPr>
      </p:sp>
      <p:sp>
        <p:nvSpPr>
          <p:cNvPr id="93" name="Shape 91"/>
          <p:cNvSpPr/>
          <p:nvPr/>
        </p:nvSpPr>
        <p:spPr>
          <a:xfrm>
            <a:off x="7104888" y="4901184"/>
            <a:ext cx="3502152" cy="0"/>
          </a:xfrm>
          <a:prstGeom prst="line">
            <a:avLst/>
          </a:prstGeom>
          <a:noFill/>
          <a:ln w="17145">
            <a:solidFill>
              <a:srgbClr val="167A2F"/>
            </a:solidFill>
            <a:prstDash val="solid"/>
            <a:headEnd type="none"/>
            <a:tailEnd type="none"/>
          </a:ln>
        </p:spPr>
      </p:sp>
      <p:sp>
        <p:nvSpPr>
          <p:cNvPr id="94" name="Shape 92"/>
          <p:cNvSpPr/>
          <p:nvPr/>
        </p:nvSpPr>
        <p:spPr>
          <a:xfrm>
            <a:off x="7104888" y="4901184"/>
            <a:ext cx="0" cy="1124712"/>
          </a:xfrm>
          <a:prstGeom prst="line">
            <a:avLst/>
          </a:prstGeom>
          <a:noFill/>
          <a:ln w="17145">
            <a:solidFill>
              <a:srgbClr val="167A2F"/>
            </a:solidFill>
            <a:prstDash val="solid"/>
            <a:headEnd type="none"/>
            <a:tailEnd type="triangle"/>
          </a:ln>
        </p:spPr>
      </p:sp>
      <p:sp>
        <p:nvSpPr>
          <p:cNvPr id="95" name="Text 93"/>
          <p:cNvSpPr/>
          <p:nvPr/>
        </p:nvSpPr>
        <p:spPr>
          <a:xfrm>
            <a:off x="7452360" y="5047488"/>
            <a:ext cx="118872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167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 / checkpoints</a:t>
            </a:r>
            <a:endParaRPr lang="en-US" sz="820" dirty="0"/>
          </a:p>
        </p:txBody>
      </p:sp>
      <p:sp>
        <p:nvSpPr>
          <p:cNvPr id="96" name="Shape 94"/>
          <p:cNvSpPr/>
          <p:nvPr/>
        </p:nvSpPr>
        <p:spPr>
          <a:xfrm>
            <a:off x="6126480" y="5029200"/>
            <a:ext cx="0" cy="713232"/>
          </a:xfrm>
          <a:prstGeom prst="line">
            <a:avLst/>
          </a:prstGeom>
          <a:noFill/>
          <a:ln w="17145">
            <a:solidFill>
              <a:srgbClr val="167A2F"/>
            </a:solidFill>
            <a:prstDash val="solid"/>
            <a:headEnd type="none"/>
            <a:tailEnd type="none"/>
          </a:ln>
        </p:spPr>
      </p:sp>
      <p:sp>
        <p:nvSpPr>
          <p:cNvPr id="97" name="Shape 95"/>
          <p:cNvSpPr/>
          <p:nvPr/>
        </p:nvSpPr>
        <p:spPr>
          <a:xfrm>
            <a:off x="6126480" y="5029200"/>
            <a:ext cx="2880360" cy="0"/>
          </a:xfrm>
          <a:prstGeom prst="line">
            <a:avLst/>
          </a:prstGeom>
          <a:noFill/>
          <a:ln w="17145">
            <a:solidFill>
              <a:srgbClr val="167A2F"/>
            </a:solidFill>
            <a:prstDash val="solid"/>
            <a:headEnd type="none"/>
            <a:tailEnd type="none"/>
          </a:ln>
        </p:spPr>
      </p:sp>
      <p:sp>
        <p:nvSpPr>
          <p:cNvPr id="98" name="Shape 96"/>
          <p:cNvSpPr/>
          <p:nvPr/>
        </p:nvSpPr>
        <p:spPr>
          <a:xfrm>
            <a:off x="9006840" y="1399032"/>
            <a:ext cx="0" cy="3630168"/>
          </a:xfrm>
          <a:prstGeom prst="line">
            <a:avLst/>
          </a:prstGeom>
          <a:noFill/>
          <a:ln w="17145">
            <a:solidFill>
              <a:srgbClr val="167A2F"/>
            </a:solidFill>
            <a:prstDash val="solid"/>
            <a:headEnd type="none"/>
            <a:tailEnd type="none"/>
          </a:ln>
        </p:spPr>
      </p:sp>
      <p:sp>
        <p:nvSpPr>
          <p:cNvPr id="99" name="Shape 97"/>
          <p:cNvSpPr/>
          <p:nvPr/>
        </p:nvSpPr>
        <p:spPr>
          <a:xfrm>
            <a:off x="9006840" y="1399032"/>
            <a:ext cx="1600200" cy="0"/>
          </a:xfrm>
          <a:prstGeom prst="line">
            <a:avLst/>
          </a:prstGeom>
          <a:noFill/>
          <a:ln w="17145">
            <a:solidFill>
              <a:srgbClr val="167A2F"/>
            </a:solidFill>
            <a:prstDash val="solid"/>
            <a:headEnd type="none"/>
            <a:tailEnd type="triangle"/>
          </a:ln>
        </p:spPr>
      </p:sp>
      <p:sp>
        <p:nvSpPr>
          <p:cNvPr id="100" name="Text 98"/>
          <p:cNvSpPr/>
          <p:nvPr/>
        </p:nvSpPr>
        <p:spPr>
          <a:xfrm>
            <a:off x="8275320" y="3401568"/>
            <a:ext cx="86868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167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verdict &amp;</a:t>
            </a:r>
            <a:endParaRPr lang="en-US" sz="820" dirty="0"/>
          </a:p>
          <a:p>
            <a:pPr algn="ctr" indent="0" marL="0">
              <a:buNone/>
            </a:pPr>
            <a:r>
              <a:rPr lang="en-US" sz="820" dirty="0">
                <a:solidFill>
                  <a:srgbClr val="167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localization</a:t>
            </a:r>
            <a:endParaRPr lang="en-US" sz="820" dirty="0"/>
          </a:p>
        </p:txBody>
      </p:sp>
      <p:sp>
        <p:nvSpPr>
          <p:cNvPr id="101" name="Shape 99"/>
          <p:cNvSpPr/>
          <p:nvPr/>
        </p:nvSpPr>
        <p:spPr>
          <a:xfrm>
            <a:off x="10607040" y="1399032"/>
            <a:ext cx="0" cy="777240"/>
          </a:xfrm>
          <a:prstGeom prst="line">
            <a:avLst/>
          </a:prstGeom>
          <a:noFill/>
          <a:ln w="17145">
            <a:solidFill>
              <a:srgbClr val="F05A24"/>
            </a:solidFill>
            <a:prstDash val="dash"/>
            <a:headEnd type="none"/>
            <a:tailEnd type="none"/>
          </a:ln>
        </p:spPr>
      </p:sp>
      <p:sp>
        <p:nvSpPr>
          <p:cNvPr id="102" name="Shape 100"/>
          <p:cNvSpPr/>
          <p:nvPr/>
        </p:nvSpPr>
        <p:spPr>
          <a:xfrm>
            <a:off x="109728" y="2176272"/>
            <a:ext cx="10497312" cy="0"/>
          </a:xfrm>
          <a:prstGeom prst="line">
            <a:avLst/>
          </a:prstGeom>
          <a:noFill/>
          <a:ln w="17145">
            <a:solidFill>
              <a:srgbClr val="F05A24"/>
            </a:solidFill>
            <a:prstDash val="dash"/>
            <a:headEnd type="none"/>
            <a:tailEnd type="none"/>
          </a:ln>
        </p:spPr>
      </p:sp>
      <p:sp>
        <p:nvSpPr>
          <p:cNvPr id="103" name="Shape 101"/>
          <p:cNvSpPr/>
          <p:nvPr/>
        </p:nvSpPr>
        <p:spPr>
          <a:xfrm>
            <a:off x="109728" y="2176272"/>
            <a:ext cx="0" cy="1161288"/>
          </a:xfrm>
          <a:prstGeom prst="line">
            <a:avLst/>
          </a:prstGeom>
          <a:noFill/>
          <a:ln w="17145">
            <a:solidFill>
              <a:srgbClr val="F05A24"/>
            </a:solidFill>
            <a:prstDash val="dash"/>
            <a:headEnd type="none"/>
            <a:tailEnd type="none"/>
          </a:ln>
        </p:spPr>
      </p:sp>
      <p:sp>
        <p:nvSpPr>
          <p:cNvPr id="104" name="Shape 102"/>
          <p:cNvSpPr/>
          <p:nvPr/>
        </p:nvSpPr>
        <p:spPr>
          <a:xfrm>
            <a:off x="109728" y="3337560"/>
            <a:ext cx="210312" cy="0"/>
          </a:xfrm>
          <a:prstGeom prst="line">
            <a:avLst/>
          </a:prstGeom>
          <a:noFill/>
          <a:ln w="17145">
            <a:solidFill>
              <a:srgbClr val="F05A24"/>
            </a:solidFill>
            <a:prstDash val="dash"/>
            <a:headEnd type="none"/>
            <a:tailEnd type="triangle"/>
          </a:ln>
        </p:spPr>
      </p:sp>
      <p:sp>
        <p:nvSpPr>
          <p:cNvPr id="105" name="Text 103"/>
          <p:cNvSpPr/>
          <p:nvPr/>
        </p:nvSpPr>
        <p:spPr>
          <a:xfrm>
            <a:off x="9098280" y="1993392"/>
            <a:ext cx="9144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F05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refund /</a:t>
            </a:r>
            <a:endParaRPr lang="en-US" sz="820" dirty="0"/>
          </a:p>
          <a:p>
            <a:pPr algn="ctr" indent="0" marL="0">
              <a:buNone/>
            </a:pPr>
            <a:r>
              <a:rPr lang="en-US" sz="820" dirty="0">
                <a:solidFill>
                  <a:srgbClr val="F05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compensation</a:t>
            </a:r>
            <a:endParaRPr lang="en-US" sz="820" dirty="0"/>
          </a:p>
        </p:txBody>
      </p:sp>
      <p:sp>
        <p:nvSpPr>
          <p:cNvPr id="106" name="Shape 104"/>
          <p:cNvSpPr/>
          <p:nvPr/>
        </p:nvSpPr>
        <p:spPr>
          <a:xfrm>
            <a:off x="11064240" y="1399032"/>
            <a:ext cx="0" cy="749808"/>
          </a:xfrm>
          <a:prstGeom prst="line">
            <a:avLst/>
          </a:prstGeom>
          <a:noFill/>
          <a:ln w="17145">
            <a:solidFill>
              <a:srgbClr val="F05A24"/>
            </a:solidFill>
            <a:prstDash val="dash"/>
            <a:headEnd type="none"/>
            <a:tailEnd type="none"/>
          </a:ln>
        </p:spPr>
      </p:sp>
      <p:sp>
        <p:nvSpPr>
          <p:cNvPr id="107" name="Shape 105"/>
          <p:cNvSpPr/>
          <p:nvPr/>
        </p:nvSpPr>
        <p:spPr>
          <a:xfrm>
            <a:off x="11064240" y="2148840"/>
            <a:ext cx="45720" cy="466344"/>
          </a:xfrm>
          <a:prstGeom prst="line">
            <a:avLst/>
          </a:prstGeom>
          <a:noFill/>
          <a:ln w="17145">
            <a:solidFill>
              <a:srgbClr val="F05A24"/>
            </a:solidFill>
            <a:prstDash val="dash"/>
            <a:headEnd type="none"/>
            <a:tailEnd type="triangle"/>
          </a:ln>
        </p:spPr>
      </p:sp>
      <p:sp>
        <p:nvSpPr>
          <p:cNvPr id="108" name="Text 106"/>
          <p:cNvSpPr/>
          <p:nvPr/>
        </p:nvSpPr>
        <p:spPr>
          <a:xfrm>
            <a:off x="11201400" y="1874520"/>
            <a:ext cx="8229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F05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/</a:t>
            </a:r>
            <a:endParaRPr lang="en-US" sz="820" dirty="0"/>
          </a:p>
          <a:p>
            <a:pPr algn="ctr" indent="0" marL="0">
              <a:buNone/>
            </a:pPr>
            <a:r>
              <a:rPr lang="en-US" sz="820" dirty="0">
                <a:solidFill>
                  <a:srgbClr val="F05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slashing</a:t>
            </a:r>
            <a:endParaRPr lang="en-US" sz="820" dirty="0"/>
          </a:p>
        </p:txBody>
      </p:sp>
      <p:sp>
        <p:nvSpPr>
          <p:cNvPr id="109" name="Shape 107"/>
          <p:cNvSpPr/>
          <p:nvPr/>
        </p:nvSpPr>
        <p:spPr>
          <a:xfrm>
            <a:off x="10012680" y="5504688"/>
            <a:ext cx="1965960" cy="987552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1430">
            <a:solidFill>
              <a:srgbClr val="8892A0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10168128" y="5696712"/>
            <a:ext cx="548640" cy="0"/>
          </a:xfrm>
          <a:prstGeom prst="line">
            <a:avLst/>
          </a:prstGeom>
          <a:noFill/>
          <a:ln w="17145">
            <a:solidFill>
              <a:srgbClr val="111111"/>
            </a:solidFill>
            <a:prstDash val="solid"/>
            <a:headEnd type="none"/>
            <a:tailEnd type="triangle"/>
          </a:ln>
        </p:spPr>
      </p:sp>
      <p:sp>
        <p:nvSpPr>
          <p:cNvPr id="111" name="Text 109"/>
          <p:cNvSpPr/>
          <p:nvPr/>
        </p:nvSpPr>
        <p:spPr>
          <a:xfrm>
            <a:off x="10808208" y="5614416"/>
            <a:ext cx="9601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/ commit path</a:t>
            </a:r>
            <a:endParaRPr lang="en-US" sz="720" dirty="0"/>
          </a:p>
        </p:txBody>
      </p:sp>
      <p:sp>
        <p:nvSpPr>
          <p:cNvPr id="112" name="Shape 110"/>
          <p:cNvSpPr/>
          <p:nvPr/>
        </p:nvSpPr>
        <p:spPr>
          <a:xfrm>
            <a:off x="10168128" y="5897880"/>
            <a:ext cx="548640" cy="0"/>
          </a:xfrm>
          <a:prstGeom prst="line">
            <a:avLst/>
          </a:prstGeom>
          <a:noFill/>
          <a:ln w="17145">
            <a:solidFill>
              <a:srgbClr val="0B4DBB"/>
            </a:solidFill>
            <a:prstDash val="solid"/>
            <a:headEnd type="none"/>
            <a:tailEnd type="triangle"/>
          </a:ln>
        </p:spPr>
      </p:sp>
      <p:sp>
        <p:nvSpPr>
          <p:cNvPr id="113" name="Text 111"/>
          <p:cNvSpPr/>
          <p:nvPr/>
        </p:nvSpPr>
        <p:spPr>
          <a:xfrm>
            <a:off x="10808208" y="5815584"/>
            <a:ext cx="9601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/ delivery path</a:t>
            </a:r>
            <a:endParaRPr lang="en-US" sz="720" dirty="0"/>
          </a:p>
        </p:txBody>
      </p:sp>
      <p:sp>
        <p:nvSpPr>
          <p:cNvPr id="114" name="Shape 112"/>
          <p:cNvSpPr/>
          <p:nvPr/>
        </p:nvSpPr>
        <p:spPr>
          <a:xfrm>
            <a:off x="10168128" y="6099048"/>
            <a:ext cx="548640" cy="0"/>
          </a:xfrm>
          <a:prstGeom prst="line">
            <a:avLst/>
          </a:prstGeom>
          <a:noFill/>
          <a:ln w="17145">
            <a:solidFill>
              <a:srgbClr val="167A2F"/>
            </a:solidFill>
            <a:prstDash val="solid"/>
            <a:headEnd type="none"/>
            <a:tailEnd type="triangle"/>
          </a:ln>
        </p:spPr>
      </p:sp>
      <p:sp>
        <p:nvSpPr>
          <p:cNvPr id="115" name="Text 113"/>
          <p:cNvSpPr/>
          <p:nvPr/>
        </p:nvSpPr>
        <p:spPr>
          <a:xfrm>
            <a:off x="10808208" y="6016752"/>
            <a:ext cx="9601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 path</a:t>
            </a:r>
            <a:endParaRPr lang="en-US" sz="720" dirty="0"/>
          </a:p>
        </p:txBody>
      </p:sp>
      <p:sp>
        <p:nvSpPr>
          <p:cNvPr id="116" name="Shape 114"/>
          <p:cNvSpPr/>
          <p:nvPr/>
        </p:nvSpPr>
        <p:spPr>
          <a:xfrm>
            <a:off x="10168128" y="6300216"/>
            <a:ext cx="548640" cy="0"/>
          </a:xfrm>
          <a:prstGeom prst="line">
            <a:avLst/>
          </a:prstGeom>
          <a:noFill/>
          <a:ln w="17145">
            <a:solidFill>
              <a:srgbClr val="F05A24"/>
            </a:solidFill>
            <a:prstDash val="dash"/>
            <a:headEnd type="none"/>
            <a:tailEnd type="triangle"/>
          </a:ln>
        </p:spPr>
      </p:sp>
      <p:sp>
        <p:nvSpPr>
          <p:cNvPr id="117" name="Text 115"/>
          <p:cNvSpPr/>
          <p:nvPr/>
        </p:nvSpPr>
        <p:spPr>
          <a:xfrm>
            <a:off x="10808208" y="6217920"/>
            <a:ext cx="9601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Settlement outcomes</a:t>
            </a:r>
            <a:endParaRPr lang="en-US" sz="7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VeriEdge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VeriEdge Figure 1 Editable Layout</dc:title>
  <dc:subject>Editable Figure 1 layout for VeriEdge</dc:subject>
  <dc:creator>Codex</dc:creator>
  <cp:lastModifiedBy>Codex</cp:lastModifiedBy>
  <cp:revision>1</cp:revision>
  <dcterms:created xsi:type="dcterms:W3CDTF">2026-05-03T08:59:40Z</dcterms:created>
  <dcterms:modified xsi:type="dcterms:W3CDTF">2026-05-03T08:59:40Z</dcterms:modified>
</cp:coreProperties>
</file>