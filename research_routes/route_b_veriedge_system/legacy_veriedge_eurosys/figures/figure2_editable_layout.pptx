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11384280" cy="1554480"/>
          </a:xfrm>
          <a:prstGeom prst="roundRect">
            <a:avLst>
              <a:gd name="adj" fmla="val 4706"/>
            </a:avLst>
          </a:prstGeom>
          <a:solidFill>
            <a:srgbClr val="FFF3ED">
              <a:alpha val="93000"/>
            </a:srgbClr>
          </a:solidFill>
          <a:ln w="14605">
            <a:solidFill>
              <a:srgbClr val="F0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21708" y="155448"/>
            <a:ext cx="3108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55448"/>
            <a:ext cx="11384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metadata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2176272"/>
            <a:ext cx="11750040" cy="4370832"/>
          </a:xfrm>
          <a:prstGeom prst="roundRect">
            <a:avLst>
              <a:gd name="adj" fmla="val 1674"/>
            </a:avLst>
          </a:prstGeom>
          <a:solidFill>
            <a:srgbClr val="F4F8FF">
              <a:alpha val="93000"/>
            </a:srgbClr>
          </a:solidFill>
          <a:ln w="14605">
            <a:solidFill>
              <a:srgbClr val="0B4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49140" y="2011680"/>
            <a:ext cx="3108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011680"/>
            <a:ext cx="1175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Selective-delivery data plane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50292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0328" y="650321"/>
            <a:ext cx="530352" cy="272125"/>
          </a:xfrm>
          <a:prstGeom prst="roundRect">
            <a:avLst>
              <a:gd name="adj" fmla="val 10081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13832" y="603504"/>
            <a:ext cx="18196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group G_j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1399764"/>
            <a:ext cx="530352" cy="254569"/>
          </a:xfrm>
          <a:prstGeom prst="roundRect">
            <a:avLst>
              <a:gd name="adj" fmla="val 10776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513832" y="1362456"/>
            <a:ext cx="1819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payload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325880" cy="14173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346704"/>
            <a:ext cx="117957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03504" y="3529584"/>
            <a:ext cx="1133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86384" y="4005072"/>
            <a:ext cx="420624" cy="347472"/>
          </a:xfrm>
          <a:prstGeom prst="roundRect">
            <a:avLst>
              <a:gd name="adj" fmla="val 7895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578608" y="2834640"/>
            <a:ext cx="212140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88336" y="3095244"/>
            <a:ext cx="530352" cy="4114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291840" y="2935224"/>
            <a:ext cx="1335024" cy="3917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payload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3291840" y="3347618"/>
            <a:ext cx="1335024" cy="2798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C_j = E_sym(k_j, m_j)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2615184" y="4626864"/>
            <a:ext cx="204825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4912" y="4845588"/>
            <a:ext cx="530352" cy="403799"/>
          </a:xfrm>
          <a:prstGeom prst="roundRect">
            <a:avLst>
              <a:gd name="adj" fmla="val 6793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328416" y="4727448"/>
            <a:ext cx="1261872" cy="3533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access tuple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3328416" y="5089550"/>
            <a:ext cx="1261872" cy="2523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 k_j)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5650992" y="283464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095244"/>
            <a:ext cx="530352" cy="4114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64224" y="2935224"/>
            <a:ext cx="1207008" cy="3917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/ storage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6364224" y="3347618"/>
            <a:ext cx="1207008" cy="2798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ciphertext object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6995160" y="4041648"/>
            <a:ext cx="1481328" cy="1252728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4888" y="4462272"/>
            <a:ext cx="503652" cy="4114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681692" y="4142232"/>
            <a:ext cx="721644" cy="5261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1692" y="4730648"/>
            <a:ext cx="721644" cy="3758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∈ G_j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9857232" y="3840480"/>
            <a:ext cx="1783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4238244"/>
            <a:ext cx="530352" cy="4114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0570464" y="3941064"/>
            <a:ext cx="996696" cy="5069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(ℓ_j, k_j),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10570464" y="4504334"/>
            <a:ext cx="996696" cy="3621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C_j, decrypt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6812280" y="553212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22008" y="5717560"/>
            <a:ext cx="530352" cy="342351"/>
          </a:xfrm>
          <a:prstGeom prst="roundRect">
            <a:avLst>
              <a:gd name="adj" fmla="val 8013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525512" y="5632704"/>
            <a:ext cx="9509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Non-winner /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9674352" y="553212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5717560"/>
            <a:ext cx="530352" cy="342351"/>
          </a:xfrm>
          <a:prstGeom prst="roundRect">
            <a:avLst>
              <a:gd name="adj" fmla="val 8013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10387584" y="5632704"/>
            <a:ext cx="1088136" cy="29955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tuple,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10387584" y="5924398"/>
            <a:ext cx="1088136" cy="2139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recovery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2084832" y="5650992"/>
            <a:ext cx="297180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1430">
            <a:solidFill>
              <a:srgbClr val="0B4D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0280" y="5769864"/>
            <a:ext cx="329184" cy="237744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697480" y="5715000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PPD intuition: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2697480" y="5879592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ciphertext once;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only per-winner access material.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1828800" y="786384"/>
            <a:ext cx="29718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828800" y="786384"/>
            <a:ext cx="0" cy="2459736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673352" y="1060704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406640" y="786384"/>
            <a:ext cx="8686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8275320" y="786384"/>
            <a:ext cx="0" cy="325526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8083296" y="1060704"/>
            <a:ext cx="1234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 G_j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3639312" y="2057400"/>
            <a:ext cx="0" cy="7772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639312" y="2057400"/>
            <a:ext cx="24688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108192" y="1792224"/>
            <a:ext cx="0" cy="265176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3401568" y="2212848"/>
            <a:ext cx="9875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H(m_j)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1828800" y="3246120"/>
            <a:ext cx="749808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1874520" y="3044952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m_j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1828800" y="4334256"/>
            <a:ext cx="384048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212848" y="4334256"/>
            <a:ext cx="0" cy="713232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212848" y="5047488"/>
            <a:ext cx="402336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618488" y="4928616"/>
            <a:ext cx="8412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 k_j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4700016" y="3273552"/>
            <a:ext cx="950976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828032" y="2926080"/>
            <a:ext cx="6583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upload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C_j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6400800" y="3767328"/>
            <a:ext cx="0" cy="603504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4663440" y="4370832"/>
            <a:ext cx="1737360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4663440" y="4370832"/>
            <a:ext cx="0" cy="438912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4983480" y="4151376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 ℓ_j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4663440" y="5047488"/>
            <a:ext cx="1234440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5897880" y="4645152"/>
            <a:ext cx="0" cy="402336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5897880" y="4645152"/>
            <a:ext cx="1097280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4983480" y="4700016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encrypted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e_{i,j}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7644384" y="3273552"/>
            <a:ext cx="2212848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9857232" y="3273552"/>
            <a:ext cx="0" cy="978408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7973568" y="2944368"/>
            <a:ext cx="749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8476488" y="4645152"/>
            <a:ext cx="1380744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8641080" y="4334256"/>
            <a:ext cx="914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with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(ℓ_j,k_j)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6629400" y="3767328"/>
            <a:ext cx="0" cy="10972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6629400" y="4864608"/>
            <a:ext cx="182880" cy="1024128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6419088" y="4882896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760" dirty="0"/>
          </a:p>
        </p:txBody>
      </p:sp>
      <p:sp>
        <p:nvSpPr>
          <p:cNvPr id="83" name="Shape 81"/>
          <p:cNvSpPr/>
          <p:nvPr/>
        </p:nvSpPr>
        <p:spPr>
          <a:xfrm>
            <a:off x="8549640" y="5888736"/>
            <a:ext cx="11247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8732520" y="5596128"/>
            <a:ext cx="777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e_{i,j},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k_j</a:t>
            </a:r>
            <a:endParaRPr lang="en-US" sz="760" dirty="0"/>
          </a:p>
        </p:txBody>
      </p:sp>
      <p:sp>
        <p:nvSpPr>
          <p:cNvPr id="85" name="Shape 83"/>
          <p:cNvSpPr/>
          <p:nvPr/>
        </p:nvSpPr>
        <p:spPr>
          <a:xfrm>
            <a:off x="2148840" y="6656832"/>
            <a:ext cx="50292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274320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coordination path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800600" y="6656832"/>
            <a:ext cx="502920" cy="0"/>
          </a:xfrm>
          <a:prstGeom prst="line">
            <a:avLst/>
          </a:prstGeom>
          <a:noFill/>
          <a:ln w="1587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53949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delivery path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903720" y="6656832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90" name="Text 88"/>
          <p:cNvSpPr/>
          <p:nvPr/>
        </p:nvSpPr>
        <p:spPr>
          <a:xfrm>
            <a:off x="7498080" y="656539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/ inaccessible path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Figure 2 Editable Layout</dc:title>
  <dc:subject>Editable Figure 2 layout for VeriEdge</dc:subject>
  <dc:creator>Codex</dc:creator>
  <cp:lastModifiedBy>Codex</cp:lastModifiedBy>
  <cp:revision>1</cp:revision>
  <dcterms:created xsi:type="dcterms:W3CDTF">2026-05-03T09:24:15Z</dcterms:created>
  <dcterms:modified xsi:type="dcterms:W3CDTF">2026-05-03T09:24:15Z</dcterms:modified>
</cp:coreProperties>
</file>