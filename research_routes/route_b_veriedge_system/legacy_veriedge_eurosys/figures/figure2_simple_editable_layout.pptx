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FFF3ED">
              <a:alpha val="88000"/>
            </a:srgbClr>
          </a:solidFill>
          <a:ln w="12700">
            <a:solidFill>
              <a:srgbClr val="F0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26510" y="292608"/>
            <a:ext cx="4908499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metadata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11155680" cy="4206240"/>
          </a:xfrm>
          <a:prstGeom prst="roundRect">
            <a:avLst>
              <a:gd name="adj" fmla="val 1739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0B4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26510" y="1737360"/>
            <a:ext cx="4908499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11155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Selective-delivery data plane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65836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1648" y="754380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443984" y="768096"/>
            <a:ext cx="13167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group G_j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355080" y="65836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754380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867144" y="768096"/>
            <a:ext cx="13167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commitment com_j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804672" y="2907792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017520"/>
            <a:ext cx="10058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115568" y="338328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14600" y="2542032"/>
            <a:ext cx="1874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4328" y="2761488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026664" y="2651760"/>
            <a:ext cx="1271016" cy="28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once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26664" y="2961924"/>
            <a:ext cx="1271016" cy="209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C_j = E_sym(k_j, m_j)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5029200" y="2542032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2761488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41264" y="2651760"/>
            <a:ext cx="1088136" cy="28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/ storage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41264" y="2961924"/>
            <a:ext cx="1088136" cy="209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ciphertext C_j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514600" y="4160520"/>
            <a:ext cx="199339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4328" y="4398264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026664" y="4270248"/>
            <a:ext cx="1389888" cy="2988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access package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3026664" y="4600895"/>
            <a:ext cx="1389888" cy="2201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e_{i,j} = Enc_i(ℓ_j,k_j)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543800" y="2907792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53528" y="3186684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55864" y="3017520"/>
            <a:ext cx="72237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055864" y="3394253"/>
            <a:ext cx="72237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∈ G_j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9948672" y="2907792"/>
            <a:ext cx="13533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0" y="3186684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0460736" y="3017520"/>
            <a:ext cx="749808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&amp; decrypt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460736" y="3394253"/>
            <a:ext cx="749808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(ℓ_j,k_j), C_j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7315200" y="495604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4928" y="5129784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827264" y="5065776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Non-winner /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9765792" y="495604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1333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75520" y="5129784"/>
            <a:ext cx="347472" cy="310896"/>
          </a:xfrm>
          <a:prstGeom prst="roundRect">
            <a:avLst>
              <a:gd name="adj" fmla="val 8824"/>
            </a:avLst>
          </a:prstGeom>
          <a:solidFill>
            <a:srgbClr val="FFFFFF">
              <a:alpha val="0"/>
            </a:srgbClr>
          </a:solidFill>
          <a:ln w="8255">
            <a:solidFill>
              <a:srgbClr val="C9D2E3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0277856" y="5065776"/>
            <a:ext cx="1024128" cy="2501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tuple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0277856" y="5324734"/>
            <a:ext cx="1024128" cy="1843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recovery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389888" y="914400"/>
            <a:ext cx="254203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389888" y="914400"/>
            <a:ext cx="0" cy="199339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417320" y="1078992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providers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892040" y="1161288"/>
            <a:ext cx="0" cy="50292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892040" y="1664208"/>
            <a:ext cx="33192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211312" y="1664208"/>
            <a:ext cx="0" cy="1243584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635240" y="148132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 G_j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3474720" y="1444752"/>
            <a:ext cx="0" cy="109728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3474720" y="1444752"/>
            <a:ext cx="38404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7315200" y="1161288"/>
            <a:ext cx="0" cy="283464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3730752" y="1536192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com_j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1975104" y="3154680"/>
            <a:ext cx="539496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920240" y="2944368"/>
            <a:ext cx="7132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m_j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4389120" y="2916936"/>
            <a:ext cx="64008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370832" y="2724912"/>
            <a:ext cx="731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C_j once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975104" y="3566160"/>
            <a:ext cx="237744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212848" y="3566160"/>
            <a:ext cx="0" cy="987552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212848" y="4553712"/>
            <a:ext cx="30175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1847088" y="4352544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tuple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4507992" y="4553712"/>
            <a:ext cx="1435608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5943600" y="3566160"/>
            <a:ext cx="0" cy="987552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943600" y="3566160"/>
            <a:ext cx="160020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773168" y="4343400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package e_{i,j}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6720840" y="2916936"/>
            <a:ext cx="322783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948672" y="2916936"/>
            <a:ext cx="0" cy="237744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7315200" y="2724912"/>
            <a:ext cx="6217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C_j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8869680" y="3364992"/>
            <a:ext cx="1078992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8979408" y="3163824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5870448" y="3291840"/>
            <a:ext cx="0" cy="199339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5870448" y="5285232"/>
            <a:ext cx="14447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5897880" y="4983480"/>
            <a:ext cx="8412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visible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8942832" y="5285232"/>
            <a:ext cx="82296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8869680" y="5074920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e_{i,j}, no k_j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743200" y="6355080"/>
            <a:ext cx="457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3291840" y="6272784"/>
            <a:ext cx="7132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4480560" y="6355080"/>
            <a:ext cx="457200" cy="0"/>
          </a:xfrm>
          <a:prstGeom prst="line">
            <a:avLst/>
          </a:prstGeom>
          <a:noFill/>
          <a:ln w="1524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5029200" y="6272784"/>
            <a:ext cx="566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5989320" y="6355080"/>
            <a:ext cx="4572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6537960" y="6272784"/>
            <a:ext cx="566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Figure 2 Simplified Editable Layout</dc:title>
  <dc:subject>Simplified editable Figure 2 layout for VeriEdge</dc:subject>
  <dc:creator>Codex</dc:creator>
  <cp:lastModifiedBy>Codex</cp:lastModifiedBy>
  <cp:revision>1</cp:revision>
  <dcterms:created xsi:type="dcterms:W3CDTF">2026-05-03T09:44:46Z</dcterms:created>
  <dcterms:modified xsi:type="dcterms:W3CDTF">2026-05-03T09:44:46Z</dcterms:modified>
</cp:coreProperties>
</file>